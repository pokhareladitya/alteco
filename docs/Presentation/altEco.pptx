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2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4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6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7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8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55" r:id="rId1"/>
  </p:sldMasterIdLst>
  <p:notesMasterIdLst>
    <p:notesMasterId r:id="rId15"/>
  </p:notesMasterIdLst>
  <p:handoutMasterIdLst>
    <p:handoutMasterId r:id="rId16"/>
  </p:handoutMasterIdLst>
  <p:sldIdLst>
    <p:sldId id="281" r:id="rId2"/>
    <p:sldId id="257" r:id="rId3"/>
    <p:sldId id="291" r:id="rId4"/>
    <p:sldId id="286" r:id="rId5"/>
    <p:sldId id="287" r:id="rId6"/>
    <p:sldId id="263" r:id="rId7"/>
    <p:sldId id="264" r:id="rId8"/>
    <p:sldId id="265" r:id="rId9"/>
    <p:sldId id="285" r:id="rId10"/>
    <p:sldId id="294" r:id="rId11"/>
    <p:sldId id="295" r:id="rId12"/>
    <p:sldId id="266" r:id="rId13"/>
    <p:sldId id="267" r:id="rId14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/Main Section" id="{2A7242DC-929E-4579-8F10-2B02EF80F144}">
          <p14:sldIdLst>
            <p14:sldId id="281"/>
            <p14:sldId id="257"/>
            <p14:sldId id="291"/>
            <p14:sldId id="286"/>
            <p14:sldId id="287"/>
          </p14:sldIdLst>
        </p14:section>
        <p14:section name="Introduction" id="{FD1E6B44-63E4-4285-A079-29EC5D274920}">
          <p14:sldIdLst>
            <p14:sldId id="263"/>
            <p14:sldId id="264"/>
            <p14:sldId id="265"/>
          </p14:sldIdLst>
        </p14:section>
        <p14:section name="Design and Implementation" id="{6166B4CC-CA49-40F5-A1F9-C46A2E7E6AAE}">
          <p14:sldIdLst>
            <p14:sldId id="285"/>
            <p14:sldId id="294"/>
            <p14:sldId id="295"/>
          </p14:sldIdLst>
        </p14:section>
        <p14:section name="Limitations" id="{BD0AB789-343F-4F3E-AB6C-9DEB37B93BF8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323D"/>
    <a:srgbClr val="7683A6"/>
    <a:srgbClr val="525C74"/>
    <a:srgbClr val="2D323E"/>
    <a:srgbClr val="02A892"/>
    <a:srgbClr val="012B25"/>
    <a:srgbClr val="FEAF1E"/>
    <a:srgbClr val="C48A20"/>
    <a:srgbClr val="00A8FF"/>
    <a:srgbClr val="08C8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39DD9DD-9E6C-4910-8AC0-68ADFF6A6AFC}">
  <a:tblStyle styleId="{839DD9DD-9E6C-4910-8AC0-68ADFF6A6AFC}" styleName="Level up! PowerPoint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ap="flat" cmpd="sng" algn="ctr">
              <a:solidFill>
                <a:schemeClr val="accent5"/>
              </a:solidFill>
            </a:ln>
          </a:bottom>
          <a:insideH>
            <a:ln w="9525" cap="flat" cmpd="sng" algn="ctr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</a:tcStyle>
    </a:band2H>
    <a:band1V>
      <a:tcStyle>
        <a:tcBdr/>
        <a:fill>
          <a:noFill/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/>
        <a:fill>
          <a:noFill/>
        </a:fill>
      </a:tcStyle>
    </a:lastRow>
    <a:firstRow>
      <a:tcTxStyle b="on"/>
      <a:tcStyle>
        <a:tcBdr>
          <a:bottom>
            <a:ln w="9525" cap="flat" cmpd="sng" algn="ctr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7840"/>
  </p:normalViewPr>
  <p:slideViewPr>
    <p:cSldViewPr snapToGrid="0" showGuides="1">
      <p:cViewPr varScale="1">
        <p:scale>
          <a:sx n="165" d="100"/>
          <a:sy n="165" d="100"/>
        </p:scale>
        <p:origin x="45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68" d="100"/>
          <a:sy n="168" d="100"/>
        </p:scale>
        <p:origin x="664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numCol="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numCol="1" rtlCol="0"/>
          <a:lstStyle>
            <a:lvl1pPr algn="r">
              <a:defRPr sz="1200"/>
            </a:lvl1pPr>
          </a:lstStyle>
          <a:p>
            <a:fld id="{0E12572B-F973-4732-A453-119EA490170A}" type="datetimeFigureOut">
              <a:rPr lang="en-US" smtClean="0"/>
              <a:t>8/6/25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numCol="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numCol="1" rtlCol="0" anchor="b"/>
          <a:lstStyle>
            <a:lvl1pPr algn="r">
              <a:defRPr sz="1200"/>
            </a:lvl1pPr>
          </a:lstStyle>
          <a:p>
            <a:fld id="{8BB83C12-F094-4EDD-ABDC-7BADBDED57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8789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numCol="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numCol="1" rtlCol="0"/>
          <a:lstStyle>
            <a:lvl1pPr algn="r">
              <a:defRPr sz="1200"/>
            </a:lvl1pPr>
          </a:lstStyle>
          <a:p>
            <a:fld id="{3A8927E5-BED3-44D0-9ADF-FA873E1D6DAF}" type="datetimeFigureOut">
              <a:rPr lang="en-US" smtClean="0"/>
              <a:t>8/6/25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numCol="1" rtlCol="0" anchor="ctr"/>
          <a:lstStyle/>
          <a:p>
            <a:endParaRPr lang="en-GB" alt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numCol="1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numCol="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numCol="1" rtlCol="0" anchor="b"/>
          <a:lstStyle>
            <a:lvl1pPr algn="r">
              <a:defRPr sz="1200"/>
            </a:lvl1pPr>
          </a:lstStyle>
          <a:p>
            <a:fld id="{7324DA73-AE27-4433-BD53-3E1DB61918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885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numCol="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numCol="1"/>
          <a:lstStyle/>
          <a:p>
            <a:fld id="{7324DA73-AE27-4433-BD53-3E1DB61918F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048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numCol="1"/>
          <a:lstStyle/>
          <a:p>
            <a:endParaRPr lang="de-DE" alt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numCol="1"/>
          <a:lstStyle/>
          <a:p>
            <a:fld id="{B0AD530B-8EC8-4709-B322-33BDFA1ED3DA}" type="slidenum">
              <a:rPr lang="de-DE" altLang="de-DE" smtClean="0"/>
              <a:t>5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76352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numCol="1"/>
          <a:lstStyle/>
          <a:p>
            <a:endParaRPr lang="de-DE" alt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numCol="1"/>
          <a:lstStyle/>
          <a:p>
            <a:fld id="{B0AD530B-8EC8-4709-B322-33BDFA1ED3DA}" type="slidenum">
              <a:rPr lang="de-DE" altLang="de-DE" smtClean="0"/>
              <a:t>6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4045307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numCol="1"/>
          <a:lstStyle/>
          <a:p>
            <a:endParaRPr lang="de-DE" alt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numCol="1"/>
          <a:lstStyle/>
          <a:p>
            <a:fld id="{B0AD530B-8EC8-4709-B322-33BDFA1ED3DA}" type="slidenum">
              <a:rPr lang="de-DE" altLang="de-DE" smtClean="0"/>
              <a:t>7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235490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numCol="1"/>
          <a:lstStyle/>
          <a:p>
            <a:endParaRPr lang="de-DE" alt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numCol="1"/>
          <a:lstStyle/>
          <a:p>
            <a:fld id="{B0AD530B-8EC8-4709-B322-33BDFA1ED3DA}" type="slidenum">
              <a:rPr lang="de-DE" altLang="de-DE" smtClean="0"/>
              <a:t>8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884701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numCol="1"/>
          <a:lstStyle/>
          <a:p>
            <a:endParaRPr lang="de-DE" alt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numCol="1"/>
          <a:lstStyle/>
          <a:p>
            <a:fld id="{B0AD530B-8EC8-4709-B322-33BDFA1ED3DA}" type="slidenum">
              <a:rPr lang="de-DE" altLang="de-DE" smtClean="0"/>
              <a:t>9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964064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numCol="1"/>
          <a:lstStyle/>
          <a:p>
            <a:endParaRPr lang="de-DE" alt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numCol="1"/>
          <a:lstStyle/>
          <a:p>
            <a:fld id="{B0AD530B-8EC8-4709-B322-33BDFA1ED3DA}" type="slidenum">
              <a:rPr lang="de-DE" altLang="de-DE" smtClean="0"/>
              <a:t>10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555041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numCol="1"/>
          <a:lstStyle/>
          <a:p>
            <a:endParaRPr lang="de-DE" alt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numCol="1"/>
          <a:lstStyle/>
          <a:p>
            <a:fld id="{B0AD530B-8EC8-4709-B322-33BDFA1ED3DA}" type="slidenum">
              <a:rPr lang="de-DE" altLang="de-DE" smtClean="0"/>
              <a:t>11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8254310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numCol="1"/>
          <a:lstStyle/>
          <a:p>
            <a:endParaRPr lang="de-DE" alt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numCol="1"/>
          <a:lstStyle/>
          <a:p>
            <a:fld id="{B0AD530B-8EC8-4709-B322-33BDFA1ED3DA}" type="slidenum">
              <a:rPr lang="de-DE" altLang="de-DE" smtClean="0"/>
              <a:t>12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409348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3621094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68680" y="384048"/>
            <a:ext cx="10744200" cy="866648"/>
          </a:xfrm>
          <a:prstGeom prst="rect">
            <a:avLst/>
          </a:prstGeom>
        </p:spPr>
        <p:txBody>
          <a:bodyPr numCol="1"/>
          <a:lstStyle/>
          <a:p>
            <a:r>
              <a:rPr lang="en-US" dirty="0"/>
              <a:t>Click to edit Master title style</a:t>
            </a:r>
            <a:endParaRPr lang="en-GB" altLang="en-GB" dirty="0"/>
          </a:p>
        </p:txBody>
      </p:sp>
      <p:sp>
        <p:nvSpPr>
          <p:cNvPr id="3" name="Content"/>
          <p:cNvSpPr>
            <a:spLocks noGrp="1"/>
          </p:cNvSpPr>
          <p:nvPr>
            <p:ph idx="11"/>
          </p:nvPr>
        </p:nvSpPr>
        <p:spPr>
          <a:xfrm>
            <a:off x="868680" y="1399032"/>
            <a:ext cx="10744200" cy="4928616"/>
          </a:xfrm>
          <a:prstGeom prst="rect">
            <a:avLst/>
          </a:prstGeom>
        </p:spPr>
        <p:txBody>
          <a:bodyPr numCol="1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alt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331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heme" Target="../theme/theme1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DD2037D5-9F9A-4CC9-98B0-68BDD36B02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2505515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51" imgH="450" progId="TCLayout.ActiveDocument.1">
                  <p:embed/>
                </p:oleObj>
              </mc:Choice>
              <mc:Fallback>
                <p:oleObj name="think-cell Slide" r:id="rId7" imgW="451" imgH="45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6E612F5A-FB47-481F-9DE2-4A75D564380A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200" b="0" i="0" kern="0" baseline="0" dirty="0" err="1">
              <a:solidFill>
                <a:schemeClr val="tx1"/>
              </a:solidFill>
              <a:latin typeface="Segoe UI Black" panose="020B0A02040204020203" pitchFamily="34" charset="0"/>
              <a:ea typeface="+mj-ea"/>
              <a:cs typeface="+mj-cs"/>
              <a:sym typeface="Segoe UI Black" panose="020B0A02040204020203" pitchFamily="34" charset="0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68680" y="384048"/>
            <a:ext cx="10744200" cy="866648"/>
          </a:xfrm>
          <a:prstGeom prst="rect">
            <a:avLst/>
          </a:prstGeom>
        </p:spPr>
        <p:txBody>
          <a:bodyPr vert="horz" lIns="0" tIns="0" rIns="0" bIns="0" numCol="1" rtlCol="0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Text"/>
          <p:cNvSpPr>
            <a:spLocks noGrp="1"/>
          </p:cNvSpPr>
          <p:nvPr>
            <p:ph type="body" idx="1"/>
          </p:nvPr>
        </p:nvSpPr>
        <p:spPr>
          <a:xfrm>
            <a:off x="868680" y="1399032"/>
            <a:ext cx="10744200" cy="4928616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" hidden="1"/>
          <p:cNvSpPr>
            <a:spLocks noGrp="1"/>
          </p:cNvSpPr>
          <p:nvPr>
            <p:ph type="dt" sz="half" idx="2"/>
          </p:nvPr>
        </p:nvSpPr>
        <p:spPr>
          <a:xfrm>
            <a:off x="457200" y="6864350"/>
            <a:ext cx="314325" cy="98425"/>
          </a:xfrm>
          <a:prstGeom prst="rect">
            <a:avLst/>
          </a:prstGeom>
        </p:spPr>
        <p:txBody>
          <a:bodyPr vert="horz" lIns="0" tIns="0" rIns="0" bIns="0" numCol="1" rtlCol="0" anchor="ctr"/>
          <a:lstStyle>
            <a:lvl1pPr algn="l">
              <a:defRPr sz="300">
                <a:solidFill>
                  <a:schemeClr val="accent4"/>
                </a:solidFill>
              </a:defRPr>
            </a:lvl1pPr>
          </a:lstStyle>
          <a:p>
            <a:fld id="{7ECE2914-4E17-487A-A4E5-C87617449E51}" type="datetimeFigureOut">
              <a:rPr lang="en-US" smtClean="0"/>
              <a:pPr/>
              <a:t>8/6/25</a:t>
            </a:fld>
            <a:endParaRPr lang="en-US" dirty="0"/>
          </a:p>
        </p:txBody>
      </p:sp>
      <p:sp>
        <p:nvSpPr>
          <p:cNvPr id="5" name="Footer Placeholder" hidden="1"/>
          <p:cNvSpPr>
            <a:spLocks noGrp="1"/>
          </p:cNvSpPr>
          <p:nvPr>
            <p:ph type="ftr" sz="quarter" idx="3"/>
          </p:nvPr>
        </p:nvSpPr>
        <p:spPr>
          <a:xfrm>
            <a:off x="771525" y="6864350"/>
            <a:ext cx="533400" cy="98425"/>
          </a:xfrm>
          <a:prstGeom prst="rect">
            <a:avLst/>
          </a:prstGeom>
        </p:spPr>
        <p:txBody>
          <a:bodyPr vert="horz" lIns="0" tIns="0" rIns="0" bIns="0" numCol="1" rtlCol="0" anchor="ctr"/>
          <a:lstStyle>
            <a:lvl1pPr algn="ctr">
              <a:defRPr sz="3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" hidden="1"/>
          <p:cNvSpPr>
            <a:spLocks noGrp="1"/>
          </p:cNvSpPr>
          <p:nvPr>
            <p:ph type="sldNum" sz="quarter" idx="4"/>
          </p:nvPr>
        </p:nvSpPr>
        <p:spPr>
          <a:xfrm>
            <a:off x="1304925" y="6864350"/>
            <a:ext cx="152400" cy="98425"/>
          </a:xfrm>
          <a:prstGeom prst="rect">
            <a:avLst/>
          </a:prstGeom>
        </p:spPr>
        <p:txBody>
          <a:bodyPr vert="horz" lIns="0" tIns="0" rIns="0" bIns="0" numCol="1" rtlCol="0" anchor="ctr"/>
          <a:lstStyle>
            <a:lvl1pPr algn="r">
              <a:defRPr sz="300">
                <a:solidFill>
                  <a:schemeClr val="accent4"/>
                </a:solidFill>
              </a:defRPr>
            </a:lvl1pPr>
          </a:lstStyle>
          <a:p>
            <a:fld id="{8F63CC74-D785-4C96-8C6E-EB177D1B9A1D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4"/>
    </p:custDataLst>
    <p:extLst>
      <p:ext uri="{BB962C8B-B14F-4D97-AF65-F5344CB8AC3E}">
        <p14:creationId xmlns:p14="http://schemas.microsoft.com/office/powerpoint/2010/main" val="2764657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  <p:sldLayoutId id="2147483656" r:id="rId2"/>
  </p:sldLayoutIdLst>
  <p:txStyles>
    <p:titleStyle>
      <a:lvl1pPr algn="l" defTabSz="914400" rtl="0" eaLnBrk="1" latinLnBrk="0" hangingPunct="1">
        <a:lnSpc>
          <a:spcPct val="88000"/>
        </a:lnSpc>
        <a:spcBef>
          <a:spcPct val="0"/>
        </a:spcBef>
        <a:buNone/>
        <a:defRPr sz="3200" ker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700"/>
        </a:spcBef>
        <a:buFont typeface="Arial" panose="020B0604020202020204" pitchFamily="34" charset="0"/>
        <a:buChar char="​"/>
        <a:defRPr sz="2400" kern="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spcBef>
          <a:spcPts val="700"/>
        </a:spcBef>
        <a:buFont typeface="Arial" panose="020B0604020202020204" pitchFamily="34" charset="0"/>
        <a:buChar char="​"/>
        <a:defRPr sz="2400" kern="0">
          <a:solidFill>
            <a:schemeClr val="tx1"/>
          </a:solidFill>
          <a:latin typeface="+mn-lt"/>
          <a:ea typeface="+mn-ea"/>
          <a:cs typeface="+mn-cs"/>
        </a:defRPr>
      </a:lvl2pPr>
      <a:lvl3pPr marL="252000" indent="-252000" algn="l" defTabSz="914400" rtl="0" eaLnBrk="1" latinLnBrk="0" hangingPunct="1">
        <a:spcBef>
          <a:spcPts val="700"/>
        </a:spcBef>
        <a:buFont typeface="Arial" panose="020B0604020202020204" pitchFamily="34" charset="0"/>
        <a:buChar char="•"/>
        <a:defRPr sz="2400" kern="0">
          <a:solidFill>
            <a:schemeClr val="tx1"/>
          </a:solidFill>
          <a:latin typeface="+mn-lt"/>
          <a:ea typeface="+mn-ea"/>
          <a:cs typeface="+mn-cs"/>
        </a:defRPr>
      </a:lvl3pPr>
      <a:lvl4pPr marL="504000" indent="-252000" algn="l" defTabSz="914400" rtl="0" eaLnBrk="1" latinLnBrk="0" hangingPunct="1">
        <a:spcBef>
          <a:spcPts val="300"/>
        </a:spcBef>
        <a:buFont typeface="Arial" panose="020B0604020202020204" pitchFamily="34" charset="0"/>
        <a:buChar char="–"/>
        <a:defRPr sz="2400" kern="0">
          <a:solidFill>
            <a:schemeClr val="tx1"/>
          </a:solidFill>
          <a:latin typeface="+mn-lt"/>
          <a:ea typeface="+mn-ea"/>
          <a:cs typeface="+mn-cs"/>
        </a:defRPr>
      </a:lvl4pPr>
      <a:lvl5pPr marL="756000" indent="-252000" algn="l" defTabSz="914400" rtl="0" eaLnBrk="1" latinLnBrk="0" hangingPunct="1">
        <a:spcBef>
          <a:spcPts val="300"/>
        </a:spcBef>
        <a:buFont typeface="Arial" panose="020B0604020202020204" pitchFamily="34" charset="0"/>
        <a:buChar char="-"/>
        <a:defRPr sz="2400" kern="0">
          <a:solidFill>
            <a:schemeClr val="tx1"/>
          </a:solidFill>
          <a:latin typeface="+mn-lt"/>
          <a:ea typeface="+mn-ea"/>
          <a:cs typeface="+mn-cs"/>
        </a:defRPr>
      </a:lvl5pPr>
      <a:lvl6pPr marL="1008000" indent="-252000" algn="l" defTabSz="914400" rtl="0" eaLnBrk="1" latinLnBrk="0" hangingPunct="1">
        <a:spcBef>
          <a:spcPts val="300"/>
        </a:spcBef>
        <a:buFont typeface="Arial" panose="020B0604020202020204" pitchFamily="34" charset="0"/>
        <a:buChar char="-"/>
        <a:defRPr sz="2400" kern="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252000" algn="l" defTabSz="914400" rtl="0" eaLnBrk="1" latinLnBrk="0" hangingPunct="1">
        <a:spcBef>
          <a:spcPts val="300"/>
        </a:spcBef>
        <a:buFont typeface="Arial" panose="020B0604020202020204" pitchFamily="34" charset="0"/>
        <a:buChar char="-"/>
        <a:defRPr sz="2400" kern="0">
          <a:solidFill>
            <a:schemeClr val="tx1"/>
          </a:solidFill>
          <a:latin typeface="+mn-lt"/>
          <a:ea typeface="+mn-ea"/>
          <a:cs typeface="+mn-cs"/>
        </a:defRPr>
      </a:lvl7pPr>
      <a:lvl8pPr marL="1512000" indent="-252000" algn="l" defTabSz="914400" rtl="0" eaLnBrk="1" latinLnBrk="0" hangingPunct="1">
        <a:spcBef>
          <a:spcPts val="300"/>
        </a:spcBef>
        <a:buFont typeface="Arial" panose="020B0604020202020204" pitchFamily="34" charset="0"/>
        <a:buChar char="-"/>
        <a:defRPr sz="2400" kern="0">
          <a:solidFill>
            <a:schemeClr val="tx1"/>
          </a:solidFill>
          <a:latin typeface="+mn-lt"/>
          <a:ea typeface="+mn-ea"/>
          <a:cs typeface="+mn-cs"/>
        </a:defRPr>
      </a:lvl8pPr>
      <a:lvl9pPr marL="1764000" indent="-252000" algn="l" defTabSz="914400" rtl="0" eaLnBrk="1" latinLnBrk="0" hangingPunct="1">
        <a:spcBef>
          <a:spcPts val="300"/>
        </a:spcBef>
        <a:buFont typeface="Arial" panose="020B0604020202020204" pitchFamily="34" charset="0"/>
        <a:buChar char="-"/>
        <a:defRPr sz="2400" ker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2000" kern="0">
          <a:solidFill>
            <a:schemeClr val="tx1"/>
          </a:solidFill>
          <a:latin typeface="+mn-lt"/>
          <a:ea typeface="+mn-ea"/>
          <a:cs typeface="+mn-cs"/>
        </a:defRPr>
      </a:lvl1pPr>
      <a:lvl2pPr marL="252000" algn="l" defTabSz="914400" rtl="0" eaLnBrk="1" latinLnBrk="0" hangingPunct="1">
        <a:defRPr sz="2000" kern="0">
          <a:solidFill>
            <a:schemeClr val="tx1"/>
          </a:solidFill>
          <a:latin typeface="+mn-lt"/>
          <a:ea typeface="+mn-ea"/>
          <a:cs typeface="+mn-cs"/>
        </a:defRPr>
      </a:lvl2pPr>
      <a:lvl3pPr marL="504000" algn="l" defTabSz="914400" rtl="0" eaLnBrk="1" latinLnBrk="0" hangingPunct="1">
        <a:defRPr sz="2000" kern="0">
          <a:solidFill>
            <a:schemeClr val="tx1"/>
          </a:solidFill>
          <a:latin typeface="+mn-lt"/>
          <a:ea typeface="+mn-ea"/>
          <a:cs typeface="+mn-cs"/>
        </a:defRPr>
      </a:lvl3pPr>
      <a:lvl4pPr marL="756000" algn="l" defTabSz="914400" rtl="0" eaLnBrk="1" latinLnBrk="0" hangingPunct="1">
        <a:defRPr sz="200" kern="0">
          <a:solidFill>
            <a:schemeClr val="tx1"/>
          </a:solidFill>
          <a:latin typeface="+mn-lt"/>
          <a:ea typeface="+mn-ea"/>
          <a:cs typeface="+mn-cs"/>
        </a:defRPr>
      </a:lvl4pPr>
      <a:lvl5pPr marL="1008000" algn="l" defTabSz="914400" rtl="0" eaLnBrk="1" latinLnBrk="0" hangingPunct="1">
        <a:defRPr sz="2000" kern="0">
          <a:solidFill>
            <a:schemeClr val="tx1"/>
          </a:solidFill>
          <a:latin typeface="+mn-lt"/>
          <a:ea typeface="+mn-ea"/>
          <a:cs typeface="+mn-cs"/>
        </a:defRPr>
      </a:lvl5pPr>
      <a:lvl6pPr marL="1260000" algn="l" defTabSz="914400" rtl="0" eaLnBrk="1" latinLnBrk="0" hangingPunct="1">
        <a:defRPr sz="2000" kern="0">
          <a:solidFill>
            <a:schemeClr val="tx1"/>
          </a:solidFill>
          <a:latin typeface="+mn-lt"/>
          <a:ea typeface="+mn-ea"/>
          <a:cs typeface="+mn-cs"/>
        </a:defRPr>
      </a:lvl6pPr>
      <a:lvl7pPr marL="1512000" algn="l" defTabSz="914400" rtl="0" eaLnBrk="1" latinLnBrk="0" hangingPunct="1">
        <a:defRPr sz="2000" kern="0">
          <a:solidFill>
            <a:schemeClr val="tx1"/>
          </a:solidFill>
          <a:latin typeface="+mn-lt"/>
          <a:ea typeface="+mn-ea"/>
          <a:cs typeface="+mn-cs"/>
        </a:defRPr>
      </a:lvl7pPr>
      <a:lvl8pPr marL="1764000" algn="l" defTabSz="914400" rtl="0" eaLnBrk="1" latinLnBrk="0" hangingPunct="1">
        <a:defRPr sz="2000" kern="0">
          <a:solidFill>
            <a:schemeClr val="tx1"/>
          </a:solidFill>
          <a:latin typeface="+mn-lt"/>
          <a:ea typeface="+mn-ea"/>
          <a:cs typeface="+mn-cs"/>
        </a:defRPr>
      </a:lvl8pPr>
      <a:lvl9pPr marL="2016000" algn="l" defTabSz="914400" rtl="0" eaLnBrk="1" latinLnBrk="0" hangingPunct="1">
        <a:defRPr sz="2000" kern="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44" userDrawn="1">
          <p15:clr>
            <a:srgbClr val="C35EA4"/>
          </p15:clr>
        </p15:guide>
        <p15:guide id="2" pos="7328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40.png"/><Relationship Id="rId3" Type="http://schemas.openxmlformats.org/officeDocument/2006/relationships/tags" Target="../tags/tag10.xml"/><Relationship Id="rId7" Type="http://schemas.openxmlformats.org/officeDocument/2006/relationships/image" Target="../media/image2.emf"/><Relationship Id="rId12" Type="http://schemas.openxmlformats.org/officeDocument/2006/relationships/slide" Target="slide12.xml"/><Relationship Id="rId2" Type="http://schemas.openxmlformats.org/officeDocument/2006/relationships/tags" Target="../tags/tag9.xml"/><Relationship Id="rId16" Type="http://schemas.openxmlformats.org/officeDocument/2006/relationships/image" Target="../media/image5.png"/><Relationship Id="rId1" Type="http://schemas.openxmlformats.org/officeDocument/2006/relationships/tags" Target="../tags/tag8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png"/><Relationship Id="rId5" Type="http://schemas.openxmlformats.org/officeDocument/2006/relationships/notesSlide" Target="../notesSlides/notesSlide1.xml"/><Relationship Id="rId15" Type="http://schemas.openxmlformats.org/officeDocument/2006/relationships/slide" Target="slide9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9" Type="http://schemas.openxmlformats.org/officeDocument/2006/relationships/slide" Target="slide6.xml"/><Relationship Id="rId1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8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9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9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C30878-DBD3-456C-99A7-6C94BC8B5130}"/>
              </a:ext>
            </a:extLst>
          </p:cNvPr>
          <p:cNvSpPr txBox="1">
            <a:spLocks/>
          </p:cNvSpPr>
          <p:nvPr/>
        </p:nvSpPr>
        <p:spPr>
          <a:xfrm>
            <a:off x="863600" y="3429000"/>
            <a:ext cx="10749280" cy="2275046"/>
          </a:xfrm>
          <a:prstGeom prst="rect">
            <a:avLst/>
          </a:prstGeom>
        </p:spPr>
        <p:txBody>
          <a:bodyPr lIns="0" tIns="0" rIns="0" bIns="0" numCol="1"/>
          <a:lstStyle>
            <a:lvl1pPr marL="0" indent="0" algn="l" defTabSz="914400" rtl="0" eaLnBrk="1" latinLnBrk="0" hangingPunct="1">
              <a:spcBef>
                <a:spcPts val="700"/>
              </a:spcBef>
              <a:buFont typeface="Arial" panose="020B0604020202020204" pitchFamily="34" charset="0"/>
              <a:buChar char="​"/>
              <a:defRPr sz="2400" ker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700"/>
              </a:spcBef>
              <a:buFont typeface="Arial" panose="020B0604020202020204" pitchFamily="34" charset="0"/>
              <a:buChar char="​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914400" rtl="0" eaLnBrk="1" latinLnBrk="0" hangingPunct="1">
              <a:spcBef>
                <a:spcPts val="700"/>
              </a:spcBef>
              <a:buFont typeface="Arial" panose="020B0604020202020204" pitchFamily="34" charset="0"/>
              <a:buChar char="•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04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–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6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08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12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64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None/>
            </a:pPr>
            <a:r>
              <a:rPr lang="en-US" sz="9600" dirty="0" err="1">
                <a:solidFill>
                  <a:schemeClr val="tx1"/>
                </a:solidFill>
              </a:rPr>
              <a:t>altEco</a:t>
            </a:r>
            <a:endParaRPr lang="en-US" sz="96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sz="2800" dirty="0"/>
              <a:t>ECO FRIENDLY PRODUCT RECOMMENDATION SYSTEM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9123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2733E1C-109C-49C0-87D5-2F213696020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44" imgH="344" progId="TCLayout.ActiveDocument.1">
                  <p:embed/>
                </p:oleObj>
              </mc:Choice>
              <mc:Fallback>
                <p:oleObj name="think-cell Slide" r:id="rId6" imgW="344" imgH="34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2733E1C-109C-49C0-87D5-2F21369602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ECA4ACE5-10D3-415B-9571-45426C854FA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88000"/>
              </a:lnSpc>
              <a:spcBef>
                <a:spcPct val="0"/>
              </a:spcBef>
              <a:spcAft>
                <a:spcPct val="0"/>
              </a:spcAft>
            </a:pPr>
            <a:endParaRPr lang="en-US" sz="3200" kern="0" dirty="0" err="1">
              <a:solidFill>
                <a:schemeClr val="tx1"/>
              </a:solidFill>
              <a:latin typeface="Segoe UI Black" panose="020B0A02040204020203" pitchFamily="34" charset="0"/>
              <a:ea typeface="+mj-ea"/>
              <a:cs typeface="+mj-cs"/>
              <a:sym typeface="Segoe UI Black" panose="020B0A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836BFA-5538-4513-9B75-F06B323E2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513347"/>
            <a:ext cx="10744200" cy="866648"/>
          </a:xfrm>
        </p:spPr>
        <p:txBody>
          <a:bodyPr numCol="1"/>
          <a:lstStyle/>
          <a:p>
            <a:r>
              <a:rPr lang="en-US" dirty="0" err="1"/>
              <a:t>altEco</a:t>
            </a:r>
            <a:r>
              <a:rPr lang="en-US" dirty="0"/>
              <a:t> – </a:t>
            </a:r>
            <a:r>
              <a:rPr lang="en-US" sz="2400" dirty="0"/>
              <a:t>ECO FRIENDLY PRODUCT RECOMMENDATION SYSTEM</a:t>
            </a:r>
            <a:br>
              <a:rPr lang="en-US" sz="3200" dirty="0"/>
            </a:b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C75056-6086-4A85-BB1D-7757954AFB36}"/>
              </a:ext>
            </a:extLst>
          </p:cNvPr>
          <p:cNvSpPr/>
          <p:nvPr/>
        </p:nvSpPr>
        <p:spPr>
          <a:xfrm>
            <a:off x="9671515" y="116572"/>
            <a:ext cx="131078" cy="131078"/>
          </a:xfrm>
          <a:prstGeom prst="rect">
            <a:avLst/>
          </a:prstGeom>
          <a:solidFill>
            <a:srgbClr val="DD7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23DFFA-1938-4738-B2F9-89F78B813D82}"/>
              </a:ext>
            </a:extLst>
          </p:cNvPr>
          <p:cNvSpPr/>
          <p:nvPr/>
        </p:nvSpPr>
        <p:spPr>
          <a:xfrm>
            <a:off x="10082132" y="116572"/>
            <a:ext cx="131078" cy="131078"/>
          </a:xfrm>
          <a:prstGeom prst="rect">
            <a:avLst/>
          </a:prstGeom>
          <a:solidFill>
            <a:srgbClr val="016D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3D9B9F-C669-40DE-854B-29A01F5F62B3}"/>
              </a:ext>
            </a:extLst>
          </p:cNvPr>
          <p:cNvSpPr/>
          <p:nvPr/>
        </p:nvSpPr>
        <p:spPr>
          <a:xfrm>
            <a:off x="10903366" y="116572"/>
            <a:ext cx="131078" cy="131078"/>
          </a:xfrm>
          <a:prstGeom prst="rect">
            <a:avLst/>
          </a:prstGeom>
          <a:solidFill>
            <a:srgbClr val="646E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D995EA-F028-446E-9DCB-E00BF6EDA545}"/>
              </a:ext>
            </a:extLst>
          </p:cNvPr>
          <p:cNvSpPr/>
          <p:nvPr/>
        </p:nvSpPr>
        <p:spPr>
          <a:xfrm>
            <a:off x="11313983" y="116572"/>
            <a:ext cx="131078" cy="131078"/>
          </a:xfrm>
          <a:prstGeom prst="rect">
            <a:avLst/>
          </a:prstGeom>
          <a:solidFill>
            <a:srgbClr val="CB22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6F9ACA-9E4F-43DA-83B4-8BEE7B6EA12D}"/>
              </a:ext>
            </a:extLst>
          </p:cNvPr>
          <p:cNvSpPr/>
          <p:nvPr/>
        </p:nvSpPr>
        <p:spPr>
          <a:xfrm>
            <a:off x="11724598" y="116572"/>
            <a:ext cx="131078" cy="131078"/>
          </a:xfrm>
          <a:prstGeom prst="rect">
            <a:avLst/>
          </a:prstGeom>
          <a:solidFill>
            <a:srgbClr val="079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DD8646-D1B7-4D63-8E50-A6E449D95046}"/>
              </a:ext>
            </a:extLst>
          </p:cNvPr>
          <p:cNvSpPr/>
          <p:nvPr/>
        </p:nvSpPr>
        <p:spPr>
          <a:xfrm>
            <a:off x="10492749" y="116572"/>
            <a:ext cx="131078" cy="13107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80BC78-EA0F-4D0B-85C2-CDA92F978662}"/>
              </a:ext>
            </a:extLst>
          </p:cNvPr>
          <p:cNvSpPr txBox="1"/>
          <p:nvPr/>
        </p:nvSpPr>
        <p:spPr>
          <a:xfrm>
            <a:off x="868680" y="1142974"/>
            <a:ext cx="7021153" cy="215444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de-DE" altLang="de-DE" sz="1400" kern="0" dirty="0" err="1">
                <a:solidFill>
                  <a:schemeClr val="accent1"/>
                </a:solidFill>
              </a:rPr>
              <a:t>Rochak</a:t>
            </a:r>
            <a:r>
              <a:rPr lang="de-DE" altLang="de-DE" sz="1400" kern="0" dirty="0">
                <a:solidFill>
                  <a:schemeClr val="accent1"/>
                </a:solidFill>
              </a:rPr>
              <a:t> </a:t>
            </a:r>
            <a:r>
              <a:rPr lang="de-DE" altLang="de-DE" sz="1400" kern="0" dirty="0" err="1">
                <a:solidFill>
                  <a:schemeClr val="accent1"/>
                </a:solidFill>
              </a:rPr>
              <a:t>Adhikari</a:t>
            </a:r>
            <a:r>
              <a:rPr lang="de-DE" altLang="de-DE" sz="1400" kern="0" dirty="0">
                <a:solidFill>
                  <a:schemeClr val="accent1"/>
                </a:solidFill>
              </a:rPr>
              <a:t> | </a:t>
            </a:r>
            <a:r>
              <a:rPr lang="de-DE" altLang="de-DE" sz="1400" kern="0" dirty="0" err="1">
                <a:solidFill>
                  <a:schemeClr val="accent1"/>
                </a:solidFill>
              </a:rPr>
              <a:t>Aditya</a:t>
            </a:r>
            <a:r>
              <a:rPr lang="de-DE" altLang="de-DE" sz="1400" kern="0" dirty="0">
                <a:solidFill>
                  <a:schemeClr val="accent1"/>
                </a:solidFill>
              </a:rPr>
              <a:t> Pokharel | Suyog Basnet | </a:t>
            </a:r>
            <a:r>
              <a:rPr lang="de-DE" altLang="de-DE" sz="1400" kern="0" dirty="0" err="1">
                <a:solidFill>
                  <a:schemeClr val="accent1"/>
                </a:solidFill>
              </a:rPr>
              <a:t>Nerish</a:t>
            </a:r>
            <a:r>
              <a:rPr lang="de-DE" altLang="de-DE" sz="1400" kern="0" dirty="0">
                <a:solidFill>
                  <a:schemeClr val="accent1"/>
                </a:solidFill>
              </a:rPr>
              <a:t> Shrestha | Nikunj Pokharel</a:t>
            </a:r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1" name="Section Zoom 10">
                <a:extLst>
                  <a:ext uri="{FF2B5EF4-FFF2-40B4-BE49-F238E27FC236}">
                    <a16:creationId xmlns:a16="http://schemas.microsoft.com/office/drawing/2014/main" id="{7E046A6D-8518-936A-218F-8E13D224320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04171776"/>
                  </p:ext>
                </p:extLst>
              </p:nvPr>
            </p:nvGraphicFramePr>
            <p:xfrm>
              <a:off x="2315423" y="1887926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FD1E6B44-63E4-4285-A079-29EC5D274920}">
                    <psez:zmPr id="{31EBC851-8E05-314B-A2B4-C1500F7B48BC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19050" cap="sq">
                          <a:solidFill>
                            <a:srgbClr val="7683A6"/>
                          </a:solidFill>
                          <a:miter lim="800000"/>
                        </a:ln>
                        <a:effectLst>
                          <a:outerShdw blurRad="55000" dist="18000" dir="54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scene3d>
                          <a:camera prst="orthographicFront"/>
                          <a:lightRig rig="twoPt" dir="t">
                            <a:rot lat="0" lon="0" rev="7200000"/>
                          </a:lightRig>
                        </a:scene3d>
                        <a:sp3d>
                          <a:bevelT w="25400" h="19050"/>
                          <a:contourClr>
                            <a:srgbClr val="FFFFFF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1" name="Section Zoom 10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7E046A6D-8518-936A-218F-8E13D22432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15423" y="1887926"/>
                <a:ext cx="3048000" cy="171450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" cap="sq">
                <a:solidFill>
                  <a:srgbClr val="7683A6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5" name="Section Zoom 14">
                <a:extLst>
                  <a:ext uri="{FF2B5EF4-FFF2-40B4-BE49-F238E27FC236}">
                    <a16:creationId xmlns:a16="http://schemas.microsoft.com/office/drawing/2014/main" id="{61356B12-E99F-0583-B856-7D01368F491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60042618"/>
                  </p:ext>
                </p:extLst>
              </p:nvPr>
            </p:nvGraphicFramePr>
            <p:xfrm>
              <a:off x="7314827" y="3069361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BD0AB789-343F-4F3E-AB6C-9DEB37B93BF8}">
                    <psez:zmPr id="{F246E205-8F6B-7A4E-ACD2-43B5004483AE}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28575">
                          <a:solidFill>
                            <a:srgbClr val="7683A6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5" name="Section Zoom 14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61356B12-E99F-0583-B856-7D01368F49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314827" y="3069361"/>
                <a:ext cx="3048000" cy="1714500"/>
              </a:xfrm>
              <a:prstGeom prst="rect">
                <a:avLst/>
              </a:prstGeom>
              <a:ln w="28575">
                <a:solidFill>
                  <a:srgbClr val="7683A6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33" name="Section Zoom 32">
                <a:extLst>
                  <a:ext uri="{FF2B5EF4-FFF2-40B4-BE49-F238E27FC236}">
                    <a16:creationId xmlns:a16="http://schemas.microsoft.com/office/drawing/2014/main" id="{4F60E22F-EEB9-A341-6C32-671714B172B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09252706"/>
                  </p:ext>
                </p:extLst>
              </p:nvPr>
            </p:nvGraphicFramePr>
            <p:xfrm>
              <a:off x="2315423" y="4314546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6166B4CC-CA49-40F5-A1F9-C46A2E7E6AAE}">
                    <psez:zmPr id="{3B149C4B-14DB-A147-A687-E01E599A8DE8}" transitionDur="100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28575">
                          <a:solidFill>
                            <a:srgbClr val="7683A6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33" name="Section Zoom 32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4F60E22F-EEB9-A341-6C32-671714B172B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315423" y="4314546"/>
                <a:ext cx="3048000" cy="1714500"/>
              </a:xfrm>
              <a:prstGeom prst="rect">
                <a:avLst/>
              </a:prstGeom>
              <a:ln w="28575">
                <a:solidFill>
                  <a:srgbClr val="7683A6"/>
                </a:solidFill>
              </a:ln>
            </p:spPr>
          </p:pic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F05AEBBC-7894-7F19-40BB-5BD288597CEF}"/>
              </a:ext>
            </a:extLst>
          </p:cNvPr>
          <p:cNvSpPr txBox="1"/>
          <p:nvPr/>
        </p:nvSpPr>
        <p:spPr>
          <a:xfrm>
            <a:off x="2457353" y="3777995"/>
            <a:ext cx="2359364" cy="215444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pPr algn="l"/>
            <a:r>
              <a:rPr lang="en-US" sz="1400" b="1" dirty="0"/>
              <a:t>OVERVIEW AND OBJECTIVES</a:t>
            </a:r>
            <a:endParaRPr lang="en-NP" sz="1400" kern="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264D44F-124A-1233-28C9-D12CB43BA8C9}"/>
              </a:ext>
            </a:extLst>
          </p:cNvPr>
          <p:cNvSpPr txBox="1"/>
          <p:nvPr/>
        </p:nvSpPr>
        <p:spPr>
          <a:xfrm>
            <a:off x="2517811" y="6172416"/>
            <a:ext cx="2643224" cy="215444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pPr algn="l"/>
            <a:r>
              <a:rPr lang="en-US" sz="1400" b="1" dirty="0"/>
              <a:t>DESIGN AND IMPLEMENTATION</a:t>
            </a:r>
            <a:endParaRPr lang="en-NP" sz="1400" kern="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2AD6ED-4A84-718B-5023-7902C93D6541}"/>
              </a:ext>
            </a:extLst>
          </p:cNvPr>
          <p:cNvSpPr txBox="1"/>
          <p:nvPr/>
        </p:nvSpPr>
        <p:spPr>
          <a:xfrm>
            <a:off x="7481949" y="4956352"/>
            <a:ext cx="2713756" cy="215444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en-US" sz="1400" b="1" dirty="0"/>
              <a:t>LIMITATIONS AND FUTURE NEED</a:t>
            </a:r>
            <a:endParaRPr lang="en-NP" sz="1400" kern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879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C30878-DBD3-456C-99A7-6C94BC8B5130}"/>
              </a:ext>
            </a:extLst>
          </p:cNvPr>
          <p:cNvSpPr txBox="1">
            <a:spLocks/>
          </p:cNvSpPr>
          <p:nvPr/>
        </p:nvSpPr>
        <p:spPr>
          <a:xfrm>
            <a:off x="721360" y="2291477"/>
            <a:ext cx="10749280" cy="2275046"/>
          </a:xfrm>
          <a:prstGeom prst="rect">
            <a:avLst/>
          </a:prstGeom>
        </p:spPr>
        <p:txBody>
          <a:bodyPr lIns="0" tIns="0" rIns="0" bIns="0" numCol="1" anchor="ctr"/>
          <a:lstStyle>
            <a:lvl1pPr marL="0" indent="0" algn="l" defTabSz="914400" rtl="0" eaLnBrk="1" latinLnBrk="0" hangingPunct="1">
              <a:spcBef>
                <a:spcPts val="700"/>
              </a:spcBef>
              <a:buFont typeface="Arial" panose="020B0604020202020204" pitchFamily="34" charset="0"/>
              <a:buChar char="​"/>
              <a:defRPr sz="2400" ker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700"/>
              </a:spcBef>
              <a:buFont typeface="Arial" panose="020B0604020202020204" pitchFamily="34" charset="0"/>
              <a:buChar char="​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914400" rtl="0" eaLnBrk="1" latinLnBrk="0" hangingPunct="1">
              <a:spcBef>
                <a:spcPts val="700"/>
              </a:spcBef>
              <a:buFont typeface="Arial" panose="020B0604020202020204" pitchFamily="34" charset="0"/>
              <a:buChar char="•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04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–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6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08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12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64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9600" dirty="0">
                <a:solidFill>
                  <a:schemeClr val="bg1">
                    <a:lumMod val="20000"/>
                    <a:lumOff val="80000"/>
                  </a:schemeClr>
                </a:solidFill>
              </a:rPr>
              <a:t>CONCLUSION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163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C30878-DBD3-456C-99A7-6C94BC8B5130}"/>
              </a:ext>
            </a:extLst>
          </p:cNvPr>
          <p:cNvSpPr txBox="1">
            <a:spLocks/>
          </p:cNvSpPr>
          <p:nvPr/>
        </p:nvSpPr>
        <p:spPr>
          <a:xfrm>
            <a:off x="721360" y="2291477"/>
            <a:ext cx="10749280" cy="2275046"/>
          </a:xfrm>
          <a:prstGeom prst="rect">
            <a:avLst/>
          </a:prstGeom>
        </p:spPr>
        <p:txBody>
          <a:bodyPr lIns="0" tIns="0" rIns="0" bIns="0" numCol="1" anchor="ctr"/>
          <a:lstStyle>
            <a:lvl1pPr marL="0" indent="0" algn="l" defTabSz="914400" rtl="0" eaLnBrk="1" latinLnBrk="0" hangingPunct="1">
              <a:spcBef>
                <a:spcPts val="700"/>
              </a:spcBef>
              <a:buFont typeface="Arial" panose="020B0604020202020204" pitchFamily="34" charset="0"/>
              <a:buChar char="​"/>
              <a:defRPr sz="2400" ker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700"/>
              </a:spcBef>
              <a:buFont typeface="Arial" panose="020B0604020202020204" pitchFamily="34" charset="0"/>
              <a:buChar char="​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914400" rtl="0" eaLnBrk="1" latinLnBrk="0" hangingPunct="1">
              <a:spcBef>
                <a:spcPts val="700"/>
              </a:spcBef>
              <a:buFont typeface="Arial" panose="020B0604020202020204" pitchFamily="34" charset="0"/>
              <a:buChar char="•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04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–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6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08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12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64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9600" dirty="0">
                <a:solidFill>
                  <a:schemeClr val="bg1">
                    <a:lumMod val="20000"/>
                    <a:lumOff val="80000"/>
                  </a:schemeClr>
                </a:solidFill>
              </a:rPr>
              <a:t>ANY QUERIES?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3388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C30878-DBD3-456C-99A7-6C94BC8B5130}"/>
              </a:ext>
            </a:extLst>
          </p:cNvPr>
          <p:cNvSpPr txBox="1">
            <a:spLocks/>
          </p:cNvSpPr>
          <p:nvPr/>
        </p:nvSpPr>
        <p:spPr>
          <a:xfrm>
            <a:off x="721360" y="2291477"/>
            <a:ext cx="10749280" cy="2275046"/>
          </a:xfrm>
          <a:prstGeom prst="rect">
            <a:avLst/>
          </a:prstGeom>
        </p:spPr>
        <p:txBody>
          <a:bodyPr lIns="0" tIns="0" rIns="0" bIns="0" numCol="1" anchor="ctr"/>
          <a:lstStyle>
            <a:lvl1pPr marL="0" indent="0" algn="l" defTabSz="914400" rtl="0" eaLnBrk="1" latinLnBrk="0" hangingPunct="1">
              <a:spcBef>
                <a:spcPts val="700"/>
              </a:spcBef>
              <a:buFont typeface="Arial" panose="020B0604020202020204" pitchFamily="34" charset="0"/>
              <a:buChar char="​"/>
              <a:defRPr sz="2400" ker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700"/>
              </a:spcBef>
              <a:buFont typeface="Arial" panose="020B0604020202020204" pitchFamily="34" charset="0"/>
              <a:buChar char="​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914400" rtl="0" eaLnBrk="1" latinLnBrk="0" hangingPunct="1">
              <a:spcBef>
                <a:spcPts val="700"/>
              </a:spcBef>
              <a:buFont typeface="Arial" panose="020B0604020202020204" pitchFamily="34" charset="0"/>
              <a:buChar char="•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04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–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6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08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12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64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9600" dirty="0">
                <a:solidFill>
                  <a:schemeClr val="tx1"/>
                </a:solidFill>
              </a:rPr>
              <a:t>THANK YOU!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9193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B414BE1-A1FD-4E35-A269-876F637B66D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B414BE1-A1FD-4E35-A269-876F637B66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D71590B-2C43-48AA-A658-23ED991032C7}"/>
              </a:ext>
            </a:extLst>
          </p:cNvPr>
          <p:cNvSpPr/>
          <p:nvPr/>
        </p:nvSpPr>
        <p:spPr>
          <a:xfrm>
            <a:off x="7561942" y="0"/>
            <a:ext cx="4630057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9C22D2-90FE-454B-B032-E42C3279131E}"/>
              </a:ext>
            </a:extLst>
          </p:cNvPr>
          <p:cNvSpPr txBox="1"/>
          <p:nvPr/>
        </p:nvSpPr>
        <p:spPr>
          <a:xfrm>
            <a:off x="403358" y="3013501"/>
            <a:ext cx="5576527" cy="830997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de-DE" altLang="de-DE" sz="5400" spc="300" dirty="0"/>
              <a:t>INTRODUCTION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C77203D-3153-48DC-8594-E6178C5E299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0449" t="7740" r="10449" b="7740"/>
          <a:stretch/>
        </p:blipFill>
        <p:spPr>
          <a:xfrm>
            <a:off x="5904000" y="1208313"/>
            <a:ext cx="4442400" cy="4442400"/>
          </a:xfrm>
          <a:prstGeom prst="ellipse">
            <a:avLst/>
          </a:prstGeom>
          <a:ln w="22225">
            <a:noFill/>
          </a:ln>
        </p:spPr>
      </p:pic>
      <p:sp>
        <p:nvSpPr>
          <p:cNvPr id="9" name="!!Oval 8">
            <a:extLst>
              <a:ext uri="{FF2B5EF4-FFF2-40B4-BE49-F238E27FC236}">
                <a16:creationId xmlns:a16="http://schemas.microsoft.com/office/drawing/2014/main" id="{67191FB7-1694-4872-81F9-FE7754259935}"/>
              </a:ext>
            </a:extLst>
          </p:cNvPr>
          <p:cNvSpPr/>
          <p:nvPr/>
        </p:nvSpPr>
        <p:spPr>
          <a:xfrm>
            <a:off x="595215" y="5809130"/>
            <a:ext cx="228600" cy="228600"/>
          </a:xfrm>
          <a:prstGeom prst="ellipse">
            <a:avLst/>
          </a:prstGeom>
          <a:solidFill>
            <a:srgbClr val="0A5F74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  <p:sp>
        <p:nvSpPr>
          <p:cNvPr id="18" name="!!Oval 17">
            <a:extLst>
              <a:ext uri="{FF2B5EF4-FFF2-40B4-BE49-F238E27FC236}">
                <a16:creationId xmlns:a16="http://schemas.microsoft.com/office/drawing/2014/main" id="{3ADE76D0-3EF0-4443-9FE4-F69DF5A6352C}"/>
              </a:ext>
            </a:extLst>
          </p:cNvPr>
          <p:cNvSpPr/>
          <p:nvPr/>
        </p:nvSpPr>
        <p:spPr>
          <a:xfrm>
            <a:off x="946342" y="5809130"/>
            <a:ext cx="228600" cy="228600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  <p:sp>
        <p:nvSpPr>
          <p:cNvPr id="19" name="!!Oval 18">
            <a:extLst>
              <a:ext uri="{FF2B5EF4-FFF2-40B4-BE49-F238E27FC236}">
                <a16:creationId xmlns:a16="http://schemas.microsoft.com/office/drawing/2014/main" id="{80E8ABFB-5DA4-4C32-AD2D-EF2F8AC7D995}"/>
              </a:ext>
            </a:extLst>
          </p:cNvPr>
          <p:cNvSpPr/>
          <p:nvPr/>
        </p:nvSpPr>
        <p:spPr>
          <a:xfrm>
            <a:off x="1297469" y="5809130"/>
            <a:ext cx="228600" cy="228600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7447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B414BE1-A1FD-4E35-A269-876F637B66D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B414BE1-A1FD-4E35-A269-876F637B66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D71590B-2C43-48AA-A658-23ED991032C7}"/>
              </a:ext>
            </a:extLst>
          </p:cNvPr>
          <p:cNvSpPr/>
          <p:nvPr/>
        </p:nvSpPr>
        <p:spPr>
          <a:xfrm>
            <a:off x="0" y="0"/>
            <a:ext cx="4630057" cy="685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9C22D2-90FE-454B-B032-E42C3279131E}"/>
              </a:ext>
            </a:extLst>
          </p:cNvPr>
          <p:cNvSpPr txBox="1"/>
          <p:nvPr/>
        </p:nvSpPr>
        <p:spPr>
          <a:xfrm>
            <a:off x="626424" y="3013501"/>
            <a:ext cx="3377207" cy="830997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de-DE" altLang="de-DE" sz="5400" spc="300" dirty="0">
                <a:solidFill>
                  <a:schemeClr val="bg1"/>
                </a:solidFill>
              </a:rPr>
              <a:t>PROBLEM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A73559-491A-4614-A844-496762024E0B}"/>
              </a:ext>
            </a:extLst>
          </p:cNvPr>
          <p:cNvSpPr txBox="1"/>
          <p:nvPr/>
        </p:nvSpPr>
        <p:spPr>
          <a:xfrm>
            <a:off x="5421215" y="1663996"/>
            <a:ext cx="6056086" cy="3530005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Greenwashing and mislabeling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Lack of transparency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Limited product insights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Inconsistent sustainability data</a:t>
            </a:r>
            <a:endParaRPr lang="en-US" sz="2400" dirty="0">
              <a:solidFill>
                <a:srgbClr val="FFFFFF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9" name="!!Oval 8">
            <a:extLst>
              <a:ext uri="{FF2B5EF4-FFF2-40B4-BE49-F238E27FC236}">
                <a16:creationId xmlns:a16="http://schemas.microsoft.com/office/drawing/2014/main" id="{67191FB7-1694-4872-81F9-FE7754259935}"/>
              </a:ext>
            </a:extLst>
          </p:cNvPr>
          <p:cNvSpPr/>
          <p:nvPr/>
        </p:nvSpPr>
        <p:spPr>
          <a:xfrm>
            <a:off x="5421215" y="5809130"/>
            <a:ext cx="228600" cy="228600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  <p:sp>
        <p:nvSpPr>
          <p:cNvPr id="18" name="!!Oval 17">
            <a:extLst>
              <a:ext uri="{FF2B5EF4-FFF2-40B4-BE49-F238E27FC236}">
                <a16:creationId xmlns:a16="http://schemas.microsoft.com/office/drawing/2014/main" id="{3ADE76D0-3EF0-4443-9FE4-F69DF5A6352C}"/>
              </a:ext>
            </a:extLst>
          </p:cNvPr>
          <p:cNvSpPr/>
          <p:nvPr/>
        </p:nvSpPr>
        <p:spPr>
          <a:xfrm>
            <a:off x="5772342" y="5809130"/>
            <a:ext cx="228600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  <p:sp>
        <p:nvSpPr>
          <p:cNvPr id="19" name="!!Oval 18">
            <a:extLst>
              <a:ext uri="{FF2B5EF4-FFF2-40B4-BE49-F238E27FC236}">
                <a16:creationId xmlns:a16="http://schemas.microsoft.com/office/drawing/2014/main" id="{80E8ABFB-5DA4-4C32-AD2D-EF2F8AC7D995}"/>
              </a:ext>
            </a:extLst>
          </p:cNvPr>
          <p:cNvSpPr/>
          <p:nvPr/>
        </p:nvSpPr>
        <p:spPr>
          <a:xfrm>
            <a:off x="6123469" y="5809130"/>
            <a:ext cx="228600" cy="228600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270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B414BE1-A1FD-4E35-A269-876F637B66D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852804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B414BE1-A1FD-4E35-A269-876F637B66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D71590B-2C43-48AA-A658-23ED991032C7}"/>
              </a:ext>
            </a:extLst>
          </p:cNvPr>
          <p:cNvSpPr/>
          <p:nvPr/>
        </p:nvSpPr>
        <p:spPr>
          <a:xfrm>
            <a:off x="0" y="0"/>
            <a:ext cx="4630057" cy="6858000"/>
          </a:xfrm>
          <a:prstGeom prst="rect">
            <a:avLst/>
          </a:prstGeom>
          <a:solidFill>
            <a:srgbClr val="A8DA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9C22D2-90FE-454B-B032-E42C3279131E}"/>
              </a:ext>
            </a:extLst>
          </p:cNvPr>
          <p:cNvSpPr txBox="1"/>
          <p:nvPr/>
        </p:nvSpPr>
        <p:spPr>
          <a:xfrm>
            <a:off x="238337" y="3115662"/>
            <a:ext cx="4153381" cy="830997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de-DE" altLang="de-DE" sz="5400" spc="300" dirty="0">
                <a:solidFill>
                  <a:srgbClr val="012B25"/>
                </a:solidFill>
              </a:rPr>
              <a:t>OBJECTIVES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A73559-491A-4614-A844-496762024E0B}"/>
              </a:ext>
            </a:extLst>
          </p:cNvPr>
          <p:cNvSpPr txBox="1"/>
          <p:nvPr/>
        </p:nvSpPr>
        <p:spPr>
          <a:xfrm>
            <a:off x="5421215" y="1663997"/>
            <a:ext cx="6056086" cy="3530005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Recommend sustainable products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Display eco scores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Customize user filters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Track environmental impact</a:t>
            </a:r>
            <a:endParaRPr lang="en-US" sz="2400" dirty="0">
              <a:solidFill>
                <a:srgbClr val="FFFFFF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9" name="!!Oval 8">
            <a:extLst>
              <a:ext uri="{FF2B5EF4-FFF2-40B4-BE49-F238E27FC236}">
                <a16:creationId xmlns:a16="http://schemas.microsoft.com/office/drawing/2014/main" id="{67191FB7-1694-4872-81F9-FE7754259935}"/>
              </a:ext>
            </a:extLst>
          </p:cNvPr>
          <p:cNvSpPr/>
          <p:nvPr/>
        </p:nvSpPr>
        <p:spPr>
          <a:xfrm>
            <a:off x="5421215" y="5809130"/>
            <a:ext cx="228600" cy="228600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  <p:sp>
        <p:nvSpPr>
          <p:cNvPr id="18" name="!!Oval 17">
            <a:extLst>
              <a:ext uri="{FF2B5EF4-FFF2-40B4-BE49-F238E27FC236}">
                <a16:creationId xmlns:a16="http://schemas.microsoft.com/office/drawing/2014/main" id="{3ADE76D0-3EF0-4443-9FE4-F69DF5A6352C}"/>
              </a:ext>
            </a:extLst>
          </p:cNvPr>
          <p:cNvSpPr/>
          <p:nvPr/>
        </p:nvSpPr>
        <p:spPr>
          <a:xfrm>
            <a:off x="5772342" y="5809130"/>
            <a:ext cx="228600" cy="228600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  <p:sp>
        <p:nvSpPr>
          <p:cNvPr id="19" name="!!Oval 18">
            <a:extLst>
              <a:ext uri="{FF2B5EF4-FFF2-40B4-BE49-F238E27FC236}">
                <a16:creationId xmlns:a16="http://schemas.microsoft.com/office/drawing/2014/main" id="{80E8ABFB-5DA4-4C32-AD2D-EF2F8AC7D995}"/>
              </a:ext>
            </a:extLst>
          </p:cNvPr>
          <p:cNvSpPr/>
          <p:nvPr/>
        </p:nvSpPr>
        <p:spPr>
          <a:xfrm>
            <a:off x="6123469" y="5809130"/>
            <a:ext cx="228600" cy="228600"/>
          </a:xfrm>
          <a:prstGeom prst="ellipse">
            <a:avLst/>
          </a:prstGeom>
          <a:solidFill>
            <a:srgbClr val="079B84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2429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B414BE1-A1FD-4E35-A269-876F637B66D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B414BE1-A1FD-4E35-A269-876F637B66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D71590B-2C43-48AA-A658-23ED991032C7}"/>
              </a:ext>
            </a:extLst>
          </p:cNvPr>
          <p:cNvSpPr/>
          <p:nvPr/>
        </p:nvSpPr>
        <p:spPr>
          <a:xfrm>
            <a:off x="0" y="0"/>
            <a:ext cx="2939027" cy="685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9C22D2-90FE-454B-B032-E42C3279131E}"/>
              </a:ext>
            </a:extLst>
          </p:cNvPr>
          <p:cNvSpPr txBox="1"/>
          <p:nvPr/>
        </p:nvSpPr>
        <p:spPr>
          <a:xfrm>
            <a:off x="233373" y="2875002"/>
            <a:ext cx="2399952" cy="1107996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de-DE" altLang="de-DE" sz="3600" spc="300" dirty="0" err="1">
                <a:solidFill>
                  <a:schemeClr val="bg1"/>
                </a:solidFill>
              </a:rPr>
              <a:t>Program</a:t>
            </a:r>
            <a:br>
              <a:rPr lang="de-DE" altLang="de-DE" sz="3600" spc="300" dirty="0">
                <a:solidFill>
                  <a:schemeClr val="bg1"/>
                </a:solidFill>
              </a:rPr>
            </a:br>
            <a:r>
              <a:rPr lang="de-DE" altLang="de-DE" sz="3600" spc="300" dirty="0">
                <a:solidFill>
                  <a:schemeClr val="bg1"/>
                </a:solidFill>
              </a:rPr>
              <a:t>Flowchart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E4E7B7-E692-C27F-E642-EA65A32D72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9468" y="401871"/>
            <a:ext cx="8103731" cy="60688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12187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B414BE1-A1FD-4E35-A269-876F637B66D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B414BE1-A1FD-4E35-A269-876F637B66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D71590B-2C43-48AA-A658-23ED991032C7}"/>
              </a:ext>
            </a:extLst>
          </p:cNvPr>
          <p:cNvSpPr/>
          <p:nvPr/>
        </p:nvSpPr>
        <p:spPr>
          <a:xfrm>
            <a:off x="0" y="0"/>
            <a:ext cx="4630057" cy="6858000"/>
          </a:xfrm>
          <a:prstGeom prst="rect">
            <a:avLst/>
          </a:prstGeom>
          <a:solidFill>
            <a:schemeClr val="bg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9C22D2-90FE-454B-B032-E42C3279131E}"/>
              </a:ext>
            </a:extLst>
          </p:cNvPr>
          <p:cNvSpPr txBox="1"/>
          <p:nvPr/>
        </p:nvSpPr>
        <p:spPr>
          <a:xfrm>
            <a:off x="714699" y="2598001"/>
            <a:ext cx="3462167" cy="1661993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/>
          <a:p>
            <a:r>
              <a:rPr lang="de-DE" altLang="de-DE" sz="5400" spc="300" dirty="0" err="1">
                <a:solidFill>
                  <a:schemeClr val="bg1"/>
                </a:solidFill>
              </a:rPr>
              <a:t>EcoScore</a:t>
            </a:r>
            <a:r>
              <a:rPr lang="de-DE" altLang="de-DE" sz="5400" spc="300" dirty="0">
                <a:solidFill>
                  <a:schemeClr val="bg1"/>
                </a:solidFill>
              </a:rPr>
              <a:t> </a:t>
            </a:r>
            <a:br>
              <a:rPr lang="de-DE" altLang="de-DE" sz="5400" spc="300" dirty="0">
                <a:solidFill>
                  <a:schemeClr val="bg1"/>
                </a:solidFill>
              </a:rPr>
            </a:br>
            <a:r>
              <a:rPr lang="de-DE" altLang="de-DE" sz="5400" spc="300" dirty="0">
                <a:solidFill>
                  <a:schemeClr val="bg1"/>
                </a:solidFill>
              </a:rPr>
              <a:t>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A73559-491A-4614-A844-496762024E0B}"/>
                  </a:ext>
                </a:extLst>
              </p:cNvPr>
              <p:cNvSpPr txBox="1"/>
              <p:nvPr/>
            </p:nvSpPr>
            <p:spPr>
              <a:xfrm>
                <a:off x="5344756" y="2405234"/>
                <a:ext cx="6056086" cy="2415598"/>
              </a:xfrm>
              <a:prstGeom prst="rect">
                <a:avLst/>
              </a:prstGeom>
              <a:noFill/>
            </p:spPr>
            <p:txBody>
              <a:bodyPr wrap="square" lIns="0" tIns="0" rIns="0" bIns="0" numCol="1" rtlCol="0">
                <a:spAutoFit/>
              </a:bodyPr>
              <a:lstStyle/>
              <a:p>
                <a:pPr>
                  <a:lnSpc>
                    <a:spcPct val="250000"/>
                  </a:lnSpc>
                </a:pPr>
                <a:r>
                  <a:rPr lang="en-US" sz="2800" dirty="0">
                    <a:effectLst/>
                    <a:latin typeface="Helvetica" pitchFamily="2" charset="0"/>
                  </a:rPr>
                  <a:t>Eco Score = 50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effectLst/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l-GR" sz="2800" i="1" dirty="0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en-US" sz="2800" dirty="0"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i="0" dirty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𝑤𝑒𝑖𝑔h𝑡</m:t>
                            </m:r>
                          </m:e>
                        </m:nary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2800" dirty="0">
                    <a:effectLst/>
                    <a:latin typeface="Helvetica" pitchFamily="2" charset="0"/>
                  </a:rPr>
                  <a:t> </a:t>
                </a:r>
              </a:p>
              <a:p>
                <a:pPr>
                  <a:lnSpc>
                    <a:spcPct val="250000"/>
                  </a:lnSpc>
                </a:pPr>
                <a:endParaRPr lang="en-US" sz="2800" dirty="0">
                  <a:solidFill>
                    <a:srgbClr val="FFFFFF"/>
                  </a:solidFill>
                  <a:effectLst/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A73559-491A-4614-A844-496762024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756" y="2405234"/>
                <a:ext cx="6056086" cy="2415598"/>
              </a:xfrm>
              <a:prstGeom prst="rect">
                <a:avLst/>
              </a:prstGeom>
              <a:blipFill>
                <a:blip r:embed="rId7"/>
                <a:stretch>
                  <a:fillRect l="-3556" r="-1255"/>
                </a:stretch>
              </a:blipFill>
            </p:spPr>
            <p:txBody>
              <a:bodyPr/>
              <a:lstStyle/>
              <a:p>
                <a:r>
                  <a:rPr lang="en-N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!!Oval 17">
            <a:extLst>
              <a:ext uri="{FF2B5EF4-FFF2-40B4-BE49-F238E27FC236}">
                <a16:creationId xmlns:a16="http://schemas.microsoft.com/office/drawing/2014/main" id="{3ADE76D0-3EF0-4443-9FE4-F69DF5A6352C}"/>
              </a:ext>
            </a:extLst>
          </p:cNvPr>
          <p:cNvSpPr/>
          <p:nvPr/>
        </p:nvSpPr>
        <p:spPr>
          <a:xfrm>
            <a:off x="5655862" y="5809130"/>
            <a:ext cx="228600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  <p:sp>
        <p:nvSpPr>
          <p:cNvPr id="19" name="!!Oval 18">
            <a:extLst>
              <a:ext uri="{FF2B5EF4-FFF2-40B4-BE49-F238E27FC236}">
                <a16:creationId xmlns:a16="http://schemas.microsoft.com/office/drawing/2014/main" id="{80E8ABFB-5DA4-4C32-AD2D-EF2F8AC7D995}"/>
              </a:ext>
            </a:extLst>
          </p:cNvPr>
          <p:cNvSpPr/>
          <p:nvPr/>
        </p:nvSpPr>
        <p:spPr>
          <a:xfrm>
            <a:off x="6006989" y="5809130"/>
            <a:ext cx="228600" cy="228600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0812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B414BE1-A1FD-4E35-A269-876F637B66D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B414BE1-A1FD-4E35-A269-876F637B66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D71590B-2C43-48AA-A658-23ED991032C7}"/>
              </a:ext>
            </a:extLst>
          </p:cNvPr>
          <p:cNvSpPr/>
          <p:nvPr/>
        </p:nvSpPr>
        <p:spPr>
          <a:xfrm>
            <a:off x="0" y="0"/>
            <a:ext cx="4630057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9C22D2-90FE-454B-B032-E42C3279131E}"/>
              </a:ext>
            </a:extLst>
          </p:cNvPr>
          <p:cNvSpPr txBox="1"/>
          <p:nvPr/>
        </p:nvSpPr>
        <p:spPr>
          <a:xfrm>
            <a:off x="197942" y="2875001"/>
            <a:ext cx="4234172" cy="1107996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de-DE" altLang="de-DE" sz="3600" spc="300" dirty="0" err="1">
                <a:solidFill>
                  <a:srgbClr val="012B25"/>
                </a:solidFill>
              </a:rPr>
              <a:t>Recommendation</a:t>
            </a:r>
            <a:endParaRPr lang="de-DE" altLang="de-DE" sz="3600" spc="300" dirty="0">
              <a:solidFill>
                <a:srgbClr val="012B25"/>
              </a:solidFill>
            </a:endParaRPr>
          </a:p>
          <a:p>
            <a:r>
              <a:rPr lang="de-DE" altLang="de-DE" sz="3600" spc="300" dirty="0">
                <a:solidFill>
                  <a:srgbClr val="012B25"/>
                </a:solidFill>
              </a:rPr>
              <a:t>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A73559-491A-4614-A844-496762024E0B}"/>
              </a:ext>
            </a:extLst>
          </p:cNvPr>
          <p:cNvSpPr txBox="1"/>
          <p:nvPr/>
        </p:nvSpPr>
        <p:spPr>
          <a:xfrm>
            <a:off x="5577114" y="1850371"/>
            <a:ext cx="6056086" cy="2606676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Vectorizing Tags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Cosine Similarity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ffectLst/>
                <a:latin typeface="Helvetica Neue" panose="02000503000000020004" pitchFamily="2" charset="0"/>
              </a:rPr>
              <a:t>Sort according to </a:t>
            </a:r>
            <a:r>
              <a:rPr lang="en-US" sz="2400" dirty="0" err="1">
                <a:solidFill>
                  <a:srgbClr val="FFFFFF"/>
                </a:solidFill>
                <a:effectLst/>
                <a:latin typeface="Helvetica Neue" panose="02000503000000020004" pitchFamily="2" charset="0"/>
              </a:rPr>
              <a:t>EcoScore</a:t>
            </a:r>
            <a:endParaRPr lang="en-US" sz="2400" dirty="0">
              <a:solidFill>
                <a:srgbClr val="FFFFFF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8" name="!!Oval 17">
            <a:extLst>
              <a:ext uri="{FF2B5EF4-FFF2-40B4-BE49-F238E27FC236}">
                <a16:creationId xmlns:a16="http://schemas.microsoft.com/office/drawing/2014/main" id="{3ADE76D0-3EF0-4443-9FE4-F69DF5A6352C}"/>
              </a:ext>
            </a:extLst>
          </p:cNvPr>
          <p:cNvSpPr/>
          <p:nvPr/>
        </p:nvSpPr>
        <p:spPr>
          <a:xfrm>
            <a:off x="5655862" y="5809130"/>
            <a:ext cx="228600" cy="228600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  <p:sp>
        <p:nvSpPr>
          <p:cNvPr id="19" name="!!Oval 18">
            <a:extLst>
              <a:ext uri="{FF2B5EF4-FFF2-40B4-BE49-F238E27FC236}">
                <a16:creationId xmlns:a16="http://schemas.microsoft.com/office/drawing/2014/main" id="{80E8ABFB-5DA4-4C32-AD2D-EF2F8AC7D995}"/>
              </a:ext>
            </a:extLst>
          </p:cNvPr>
          <p:cNvSpPr/>
          <p:nvPr/>
        </p:nvSpPr>
        <p:spPr>
          <a:xfrm>
            <a:off x="6006989" y="5809130"/>
            <a:ext cx="228600" cy="228600"/>
          </a:xfrm>
          <a:prstGeom prst="ellipse">
            <a:avLst/>
          </a:prstGeom>
          <a:solidFill>
            <a:srgbClr val="079B84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0166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B414BE1-A1FD-4E35-A269-876F637B66D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B414BE1-A1FD-4E35-A269-876F637B66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F9C22D2-90FE-454B-B032-E42C3279131E}"/>
              </a:ext>
            </a:extLst>
          </p:cNvPr>
          <p:cNvSpPr txBox="1"/>
          <p:nvPr/>
        </p:nvSpPr>
        <p:spPr>
          <a:xfrm>
            <a:off x="1765302" y="1183144"/>
            <a:ext cx="2571025" cy="430887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de-DE" altLang="de-DE" sz="2800" spc="300" dirty="0">
                <a:solidFill>
                  <a:srgbClr val="CB225B"/>
                </a:solidFill>
              </a:rPr>
              <a:t>LIMITATIONS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7191FB7-1694-4872-81F9-FE7754259935}"/>
              </a:ext>
            </a:extLst>
          </p:cNvPr>
          <p:cNvSpPr/>
          <p:nvPr/>
        </p:nvSpPr>
        <p:spPr>
          <a:xfrm>
            <a:off x="1173191" y="814358"/>
            <a:ext cx="455584" cy="455584"/>
          </a:xfrm>
          <a:prstGeom prst="ellipse">
            <a:avLst/>
          </a:prstGeom>
          <a:solidFill>
            <a:srgbClr val="8B173E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D56B1B-7E08-4C01-B48A-B8D3DE028C84}"/>
              </a:ext>
            </a:extLst>
          </p:cNvPr>
          <p:cNvSpPr txBox="1"/>
          <p:nvPr/>
        </p:nvSpPr>
        <p:spPr>
          <a:xfrm>
            <a:off x="6581608" y="1183144"/>
            <a:ext cx="4964501" cy="430887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de-DE" altLang="de-DE" sz="2800" spc="300" dirty="0">
                <a:solidFill>
                  <a:schemeClr val="bg2">
                    <a:lumMod val="90000"/>
                    <a:lumOff val="10000"/>
                  </a:schemeClr>
                </a:solidFill>
              </a:rPr>
              <a:t>FUTURE ENHANCEMENTS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A2A0F6-5FFE-4D0B-B57E-ECA81C5E7276}"/>
              </a:ext>
            </a:extLst>
          </p:cNvPr>
          <p:cNvSpPr txBox="1"/>
          <p:nvPr/>
        </p:nvSpPr>
        <p:spPr>
          <a:xfrm>
            <a:off x="1765303" y="1916569"/>
            <a:ext cx="4330698" cy="2683427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Simple ML Solution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Insufficient Data in Dataset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Insufficient Sustainability Certification Data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Lack of 2FA</a:t>
            </a:r>
            <a:endParaRPr lang="en-US" dirty="0">
              <a:solidFill>
                <a:srgbClr val="FFFFFF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ECE2D3-5512-44EA-9616-221F509AEF91}"/>
              </a:ext>
            </a:extLst>
          </p:cNvPr>
          <p:cNvSpPr txBox="1"/>
          <p:nvPr/>
        </p:nvSpPr>
        <p:spPr>
          <a:xfrm>
            <a:off x="6581608" y="1916569"/>
            <a:ext cx="4992329" cy="2683748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D323D"/>
                </a:solidFill>
              </a:rPr>
              <a:t>Advanced Recommendation Techniques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D323D"/>
                </a:solidFill>
              </a:rPr>
              <a:t>Integration of User Interaction Data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D323D"/>
                </a:solidFill>
              </a:rPr>
              <a:t>Expansion of Sustainability Certification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2D323D"/>
                </a:solidFill>
              </a:rPr>
              <a:t>    Data</a:t>
            </a:r>
            <a:endParaRPr lang="en-US" dirty="0">
              <a:solidFill>
                <a:srgbClr val="2D323D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D323D"/>
                </a:solidFill>
                <a:latin typeface="Helvetica Neue" panose="02000503000000020004" pitchFamily="2" charset="0"/>
              </a:rPr>
              <a:t>Implementation of 2FA</a:t>
            </a:r>
            <a:endParaRPr lang="en-US" dirty="0">
              <a:solidFill>
                <a:srgbClr val="2D323D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2E0606A-BD57-43DB-957E-84A00723B4D6}"/>
              </a:ext>
            </a:extLst>
          </p:cNvPr>
          <p:cNvSpPr/>
          <p:nvPr/>
        </p:nvSpPr>
        <p:spPr>
          <a:xfrm>
            <a:off x="563789" y="917517"/>
            <a:ext cx="901757" cy="901757"/>
          </a:xfrm>
          <a:prstGeom prst="ellipse">
            <a:avLst/>
          </a:prstGeom>
          <a:solidFill>
            <a:srgbClr val="CB22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3074DAD-AF35-4290-BE97-98097F56DC1F}"/>
              </a:ext>
            </a:extLst>
          </p:cNvPr>
          <p:cNvSpPr/>
          <p:nvPr/>
        </p:nvSpPr>
        <p:spPr>
          <a:xfrm>
            <a:off x="707764" y="1158530"/>
            <a:ext cx="757254" cy="660745"/>
          </a:xfrm>
          <a:custGeom>
            <a:avLst/>
            <a:gdLst>
              <a:gd name="connsiteX0" fmla="*/ 647700 w 926320"/>
              <a:gd name="connsiteY0" fmla="*/ 0 h 808264"/>
              <a:gd name="connsiteX1" fmla="*/ 926320 w 926320"/>
              <a:gd name="connsiteY1" fmla="*/ 263141 h 808264"/>
              <a:gd name="connsiteX2" fmla="*/ 915762 w 926320"/>
              <a:gd name="connsiteY2" fmla="*/ 367876 h 808264"/>
              <a:gd name="connsiteX3" fmla="*/ 375424 w 926320"/>
              <a:gd name="connsiteY3" fmla="*/ 808264 h 808264"/>
              <a:gd name="connsiteX4" fmla="*/ 305962 w 926320"/>
              <a:gd name="connsiteY4" fmla="*/ 801262 h 808264"/>
              <a:gd name="connsiteX5" fmla="*/ 0 w 926320"/>
              <a:gd name="connsiteY5" fmla="*/ 495300 h 808264"/>
              <a:gd name="connsiteX6" fmla="*/ 88900 w 926320"/>
              <a:gd name="connsiteY6" fmla="*/ 76200 h 808264"/>
              <a:gd name="connsiteX7" fmla="*/ 368300 w 926320"/>
              <a:gd name="connsiteY7" fmla="*/ 101600 h 80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26320" h="808264">
                <a:moveTo>
                  <a:pt x="647700" y="0"/>
                </a:moveTo>
                <a:lnTo>
                  <a:pt x="926320" y="263141"/>
                </a:lnTo>
                <a:lnTo>
                  <a:pt x="915762" y="367876"/>
                </a:lnTo>
                <a:cubicBezTo>
                  <a:pt x="864332" y="619205"/>
                  <a:pt x="641957" y="808264"/>
                  <a:pt x="375424" y="808264"/>
                </a:cubicBezTo>
                <a:lnTo>
                  <a:pt x="305962" y="801262"/>
                </a:lnTo>
                <a:lnTo>
                  <a:pt x="0" y="495300"/>
                </a:lnTo>
                <a:lnTo>
                  <a:pt x="88900" y="76200"/>
                </a:lnTo>
                <a:lnTo>
                  <a:pt x="368300" y="101600"/>
                </a:lnTo>
                <a:close/>
              </a:path>
            </a:pathLst>
          </a:custGeom>
          <a:gradFill>
            <a:gsLst>
              <a:gs pos="40000">
                <a:srgbClr val="A11B48"/>
              </a:gs>
              <a:gs pos="100000">
                <a:srgbClr val="CB225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pic>
        <p:nvPicPr>
          <p:cNvPr id="33" name="Graphic 32" descr="Soccer ball with solid fill">
            <a:extLst>
              <a:ext uri="{FF2B5EF4-FFF2-40B4-BE49-F238E27FC236}">
                <a16:creationId xmlns:a16="http://schemas.microsoft.com/office/drawing/2014/main" id="{7868658D-F50E-41C9-AB27-6169A06918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40912" y="994640"/>
            <a:ext cx="747510" cy="74751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10990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B414BE1-A1FD-4E35-A269-876F637B66D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B414BE1-A1FD-4E35-A269-876F637B66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F9C22D2-90FE-454B-B032-E42C3279131E}"/>
              </a:ext>
            </a:extLst>
          </p:cNvPr>
          <p:cNvSpPr txBox="1"/>
          <p:nvPr/>
        </p:nvSpPr>
        <p:spPr>
          <a:xfrm>
            <a:off x="587375" y="1183144"/>
            <a:ext cx="2571025" cy="430887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de-DE" altLang="de-DE" sz="2800" spc="300" dirty="0">
                <a:solidFill>
                  <a:schemeClr val="bg2">
                    <a:lumMod val="90000"/>
                    <a:lumOff val="10000"/>
                  </a:schemeClr>
                </a:solidFill>
              </a:rPr>
              <a:t>LIMITATIONS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7191FB7-1694-4872-81F9-FE7754259935}"/>
              </a:ext>
            </a:extLst>
          </p:cNvPr>
          <p:cNvSpPr/>
          <p:nvPr/>
        </p:nvSpPr>
        <p:spPr>
          <a:xfrm>
            <a:off x="5878541" y="814358"/>
            <a:ext cx="455584" cy="455584"/>
          </a:xfrm>
          <a:prstGeom prst="ellipse">
            <a:avLst/>
          </a:prstGeom>
          <a:solidFill>
            <a:srgbClr val="056757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D56B1B-7E08-4C01-B48A-B8D3DE028C84}"/>
              </a:ext>
            </a:extLst>
          </p:cNvPr>
          <p:cNvSpPr txBox="1"/>
          <p:nvPr/>
        </p:nvSpPr>
        <p:spPr>
          <a:xfrm>
            <a:off x="6581608" y="1183144"/>
            <a:ext cx="4964501" cy="430887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de-DE" altLang="de-DE" sz="2800" spc="300" dirty="0">
                <a:solidFill>
                  <a:srgbClr val="079B84"/>
                </a:solidFill>
              </a:rPr>
              <a:t>FUTURE ENHANCEMENTS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A2A0F6-5FFE-4D0B-B57E-ECA81C5E7276}"/>
              </a:ext>
            </a:extLst>
          </p:cNvPr>
          <p:cNvSpPr txBox="1"/>
          <p:nvPr/>
        </p:nvSpPr>
        <p:spPr>
          <a:xfrm>
            <a:off x="587376" y="1916569"/>
            <a:ext cx="4330698" cy="2683427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D323D"/>
                </a:solidFill>
              </a:rPr>
              <a:t>Simple ML Solution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D323D"/>
                </a:solidFill>
              </a:rPr>
              <a:t>Insufficient Data in Dataset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D323D"/>
                </a:solidFill>
              </a:rPr>
              <a:t>Insufficient Sustainability Certification Data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D323D"/>
                </a:solidFill>
              </a:rPr>
              <a:t>Lack of 2FA</a:t>
            </a:r>
            <a:endParaRPr lang="en-US" dirty="0">
              <a:solidFill>
                <a:srgbClr val="2D323D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ECE2D3-5512-44EA-9616-221F509AEF91}"/>
              </a:ext>
            </a:extLst>
          </p:cNvPr>
          <p:cNvSpPr txBox="1"/>
          <p:nvPr/>
        </p:nvSpPr>
        <p:spPr>
          <a:xfrm>
            <a:off x="6581608" y="1916569"/>
            <a:ext cx="4992329" cy="2683427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Advanced Recommendation Techniques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Integration of User Interaction Data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Expansion of Sustainability Certification</a:t>
            </a:r>
          </a:p>
          <a:p>
            <a:pPr>
              <a:lnSpc>
                <a:spcPct val="200000"/>
              </a:lnSpc>
            </a:pPr>
            <a:r>
              <a:rPr lang="en-US" dirty="0"/>
              <a:t>    Data</a:t>
            </a:r>
            <a:endParaRPr lang="en-US" dirty="0">
              <a:latin typeface="Helvetica Neue" panose="02000503000000020004" pitchFamily="2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Helvetica Neue" panose="02000503000000020004" pitchFamily="2" charset="0"/>
              </a:rPr>
              <a:t>Implementation of 2FA</a:t>
            </a:r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2E0606A-BD57-43DB-957E-84A00723B4D6}"/>
              </a:ext>
            </a:extLst>
          </p:cNvPr>
          <p:cNvSpPr/>
          <p:nvPr/>
        </p:nvSpPr>
        <p:spPr>
          <a:xfrm>
            <a:off x="5269139" y="917517"/>
            <a:ext cx="901757" cy="901757"/>
          </a:xfrm>
          <a:prstGeom prst="ellipse">
            <a:avLst/>
          </a:prstGeom>
          <a:solidFill>
            <a:srgbClr val="079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3074DAD-AF35-4290-BE97-98097F56DC1F}"/>
              </a:ext>
            </a:extLst>
          </p:cNvPr>
          <p:cNvSpPr/>
          <p:nvPr/>
        </p:nvSpPr>
        <p:spPr>
          <a:xfrm>
            <a:off x="5413114" y="1158530"/>
            <a:ext cx="757254" cy="660745"/>
          </a:xfrm>
          <a:custGeom>
            <a:avLst/>
            <a:gdLst>
              <a:gd name="connsiteX0" fmla="*/ 647700 w 926320"/>
              <a:gd name="connsiteY0" fmla="*/ 0 h 808264"/>
              <a:gd name="connsiteX1" fmla="*/ 926320 w 926320"/>
              <a:gd name="connsiteY1" fmla="*/ 263141 h 808264"/>
              <a:gd name="connsiteX2" fmla="*/ 915762 w 926320"/>
              <a:gd name="connsiteY2" fmla="*/ 367876 h 808264"/>
              <a:gd name="connsiteX3" fmla="*/ 375424 w 926320"/>
              <a:gd name="connsiteY3" fmla="*/ 808264 h 808264"/>
              <a:gd name="connsiteX4" fmla="*/ 305962 w 926320"/>
              <a:gd name="connsiteY4" fmla="*/ 801262 h 808264"/>
              <a:gd name="connsiteX5" fmla="*/ 0 w 926320"/>
              <a:gd name="connsiteY5" fmla="*/ 495300 h 808264"/>
              <a:gd name="connsiteX6" fmla="*/ 88900 w 926320"/>
              <a:gd name="connsiteY6" fmla="*/ 76200 h 808264"/>
              <a:gd name="connsiteX7" fmla="*/ 368300 w 926320"/>
              <a:gd name="connsiteY7" fmla="*/ 101600 h 80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26320" h="808264">
                <a:moveTo>
                  <a:pt x="647700" y="0"/>
                </a:moveTo>
                <a:lnTo>
                  <a:pt x="926320" y="263141"/>
                </a:lnTo>
                <a:lnTo>
                  <a:pt x="915762" y="367876"/>
                </a:lnTo>
                <a:cubicBezTo>
                  <a:pt x="864332" y="619205"/>
                  <a:pt x="641957" y="808264"/>
                  <a:pt x="375424" y="808264"/>
                </a:cubicBezTo>
                <a:lnTo>
                  <a:pt x="305962" y="801262"/>
                </a:lnTo>
                <a:lnTo>
                  <a:pt x="0" y="495300"/>
                </a:lnTo>
                <a:lnTo>
                  <a:pt x="88900" y="76200"/>
                </a:lnTo>
                <a:lnTo>
                  <a:pt x="368300" y="101600"/>
                </a:lnTo>
                <a:close/>
              </a:path>
            </a:pathLst>
          </a:custGeom>
          <a:gradFill>
            <a:gsLst>
              <a:gs pos="40000">
                <a:srgbClr val="056757"/>
              </a:gs>
              <a:gs pos="100000">
                <a:srgbClr val="079B8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pic>
        <p:nvPicPr>
          <p:cNvPr id="33" name="Graphic 32" descr="Soccer ball with solid fill">
            <a:extLst>
              <a:ext uri="{FF2B5EF4-FFF2-40B4-BE49-F238E27FC236}">
                <a16:creationId xmlns:a16="http://schemas.microsoft.com/office/drawing/2014/main" id="{7868658D-F50E-41C9-AB27-6169A06918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346262" y="994640"/>
            <a:ext cx="747510" cy="74751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05195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DESIGN_ID_LEVEL UP! POWERPOINT" val="nCGhHneJ"/>
  <p:tag name="ARTICULATE_SLIDE_THUMBNAIL_REFRESH" val="1"/>
  <p:tag name="ARTICULATE_SLIDE_COUNT" val="22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WafMjsWiZAvtFQNKyrA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_ZcveFcTuSouPSNhUDFi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Level up! PowerPoint">
  <a:themeElements>
    <a:clrScheme name="Level up! PowerPoint">
      <a:dk1>
        <a:srgbClr val="353B48"/>
      </a:dk1>
      <a:lt1>
        <a:srgbClr val="F5F6FA"/>
      </a:lt1>
      <a:dk2>
        <a:srgbClr val="1A1D24"/>
      </a:dk2>
      <a:lt2>
        <a:srgbClr val="FFFFFF"/>
      </a:lt2>
      <a:accent1>
        <a:srgbClr val="00A8FF"/>
      </a:accent1>
      <a:accent2>
        <a:srgbClr val="FBC531"/>
      </a:accent2>
      <a:accent3>
        <a:srgbClr val="4CD137"/>
      </a:accent3>
      <a:accent4>
        <a:srgbClr val="E84118"/>
      </a:accent4>
      <a:accent5>
        <a:srgbClr val="7F8FA1"/>
      </a:accent5>
      <a:accent6>
        <a:srgbClr val="273C75"/>
      </a:accent6>
      <a:hlink>
        <a:srgbClr val="5B5B5B"/>
      </a:hlink>
      <a:folHlink>
        <a:srgbClr val="BFBFBF"/>
      </a:folHlink>
    </a:clrScheme>
    <a:fontScheme name="Level up! PowerPoint">
      <a:majorFont>
        <a:latin typeface="Segoe UI Black"/>
        <a:ea typeface=""/>
        <a:cs typeface=""/>
      </a:majorFont>
      <a:minorFont>
        <a:latin typeface="Segoe UI Semibold"/>
        <a:ea typeface=""/>
        <a:cs typeface=""/>
      </a:minorFont>
    </a:fontScheme>
    <a:fmtScheme name="Level up! PowerPoint">
      <a:fillStyleLst>
        <a:solidFill>
          <a:schemeClr val="phClr"/>
        </a:solidFill>
        <a:solidFill>
          <a:schemeClr val="phClr">
            <a:tint val="0"/>
          </a:schemeClr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atMod val="105000"/>
            </a:schemeClr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73152" tIns="73152" rIns="73152" bIns="73152" numCol="1" rtlCol="0" anchor="ctr"/>
      <a:lstStyle>
        <a:defPPr algn="ctr">
          <a:defRPr sz="1000" kern="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headEnd type="none" w="med" len="med"/>
          <a:tailEnd type="none" w="med" len="med"/>
        </a:ln>
      </a:spPr>
      <a:bodyPr numCol="1"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numCol="1" rtlCol="0">
        <a:spAutoFit/>
      </a:bodyPr>
      <a:lstStyle>
        <a:defPPr algn="l">
          <a:defRPr sz="1400" kern="0" dirty="0" smtClean="0"/>
        </a:defPPr>
      </a:lstStyle>
    </a:txDef>
  </a:objectDefaults>
  <a:extraClrSchemeLst/>
  <a:custClrLst/>
  <a:extLst>
    <a:ext uri="{05A4C25C-085E-4340-85A3-A5531E510DB2}">
      <thm15:themeFamily xmlns:thm15="http://schemas.microsoft.com/office/thememl/2012/main" name="YouTube Template.potx" id="{09A9FD79-4AD2-4296-A2DD-9F92A25C9D11}" vid="{BFDEAB75-776D-4FD4-B1CD-15298D2A28B5}"/>
    </a:ext>
  </a:extLst>
</a:theme>
</file>

<file path=ppt/theme/theme2.xml><?xml version="1.0" encoding="utf-8"?>
<a:theme xmlns:a="http://schemas.openxmlformats.org/drawingml/2006/main" name="Level up! PowerPoint">
  <a:themeElements>
    <a:clrScheme name="Level up! PowerPoint">
      <a:dk1>
        <a:srgbClr val="353B48"/>
      </a:dk1>
      <a:lt1>
        <a:srgbClr val="F5F6FA"/>
      </a:lt1>
      <a:dk2>
        <a:srgbClr val="1A1D24"/>
      </a:dk2>
      <a:lt2>
        <a:srgbClr val="FFFFFF"/>
      </a:lt2>
      <a:accent1>
        <a:srgbClr val="00A8FF"/>
      </a:accent1>
      <a:accent2>
        <a:srgbClr val="FBC531"/>
      </a:accent2>
      <a:accent3>
        <a:srgbClr val="4CD137"/>
      </a:accent3>
      <a:accent4>
        <a:srgbClr val="E84118"/>
      </a:accent4>
      <a:accent5>
        <a:srgbClr val="7F8FA1"/>
      </a:accent5>
      <a:accent6>
        <a:srgbClr val="273C75"/>
      </a:accent6>
      <a:hlink>
        <a:srgbClr val="5B5B5B"/>
      </a:hlink>
      <a:folHlink>
        <a:srgbClr val="BFBFBF"/>
      </a:folHlink>
    </a:clrScheme>
    <a:fontScheme name="Level up! PowerPoint">
      <a:majorFont>
        <a:latin typeface="Segoe UI Black"/>
        <a:ea typeface=""/>
        <a:cs typeface=""/>
      </a:majorFont>
      <a:minorFont>
        <a:latin typeface="Segoe UI Semibold"/>
        <a:ea typeface=""/>
        <a:cs typeface=""/>
      </a:minorFont>
    </a:fontScheme>
    <a:fmtScheme name="Level up! PowerPoint">
      <a:fillStyleLst>
        <a:solidFill>
          <a:schemeClr val="phClr"/>
        </a:solidFill>
        <a:solidFill>
          <a:schemeClr val="phClr">
            <a:tint val="0"/>
          </a:schemeClr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atMod val="105000"/>
            </a:schemeClr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73152" tIns="73152" rIns="73152" bIns="73152" numCol="1" rtlCol="0" anchor="ctr"/>
      <a:lstStyle>
        <a:defPPr algn="ctr">
          <a:defRPr sz="1000" kern="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headEnd type="none" w="med" len="med"/>
          <a:tailEnd type="none" w="med" len="med"/>
        </a:ln>
      </a:spPr>
      <a:bodyPr numCol="1"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numCol="1" rtlCol="0">
        <a:spAutoFit/>
      </a:bodyPr>
      <a:lstStyle>
        <a:defPPr algn="l">
          <a:defRPr sz="1400" kern="0" dirty="0" smtClean="0"/>
        </a:defPPr>
      </a:lstStyle>
    </a:txDef>
  </a:objectDefaults>
  <a:extraClrSchemeLst/>
  <a:custClrLst/>
  <a:extLst>
    <a:ext uri="{05A4C25C-085E-4340-85A3-A5531E510DB2}">
      <thm15:themeFamily xmlns:thm15="http://schemas.microsoft.com/office/thememl/2012/main" name="YouTube Template.potx" id="{78599F88-281C-49F3-85D0-E1461EE50E6A}" vid="{6CF95794-CF56-4202-9084-2222FB314BAE}"/>
    </a:ext>
  </a:extLst>
</a:theme>
</file>

<file path=ppt/theme/theme3.xml><?xml version="1.0" encoding="utf-8"?>
<a:theme xmlns:a="http://schemas.openxmlformats.org/drawingml/2006/main" name="Level up! PowerPoint">
  <a:themeElements>
    <a:clrScheme name="Level up! PowerPoint">
      <a:dk1>
        <a:srgbClr val="353B48"/>
      </a:dk1>
      <a:lt1>
        <a:srgbClr val="F5F6FA"/>
      </a:lt1>
      <a:dk2>
        <a:srgbClr val="1A1D24"/>
      </a:dk2>
      <a:lt2>
        <a:srgbClr val="FFFFFF"/>
      </a:lt2>
      <a:accent1>
        <a:srgbClr val="00A8FF"/>
      </a:accent1>
      <a:accent2>
        <a:srgbClr val="FBC531"/>
      </a:accent2>
      <a:accent3>
        <a:srgbClr val="4CD137"/>
      </a:accent3>
      <a:accent4>
        <a:srgbClr val="E84118"/>
      </a:accent4>
      <a:accent5>
        <a:srgbClr val="7F8FA1"/>
      </a:accent5>
      <a:accent6>
        <a:srgbClr val="273C75"/>
      </a:accent6>
      <a:hlink>
        <a:srgbClr val="5B5B5B"/>
      </a:hlink>
      <a:folHlink>
        <a:srgbClr val="BFBFBF"/>
      </a:folHlink>
    </a:clrScheme>
    <a:fontScheme name="Level up! PowerPoint">
      <a:majorFont>
        <a:latin typeface="Segoe UI Black"/>
        <a:ea typeface=""/>
        <a:cs typeface=""/>
      </a:majorFont>
      <a:minorFont>
        <a:latin typeface="Segoe UI Semibold"/>
        <a:ea typeface=""/>
        <a:cs typeface=""/>
      </a:minorFont>
    </a:fontScheme>
    <a:fmtScheme name="Level up! PowerPoint">
      <a:fillStyleLst>
        <a:solidFill>
          <a:schemeClr val="phClr"/>
        </a:solidFill>
        <a:solidFill>
          <a:schemeClr val="phClr">
            <a:tint val="0"/>
          </a:schemeClr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atMod val="105000"/>
            </a:schemeClr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73152" tIns="73152" rIns="73152" bIns="73152" numCol="1" rtlCol="0" anchor="ctr"/>
      <a:lstStyle>
        <a:defPPr algn="ctr">
          <a:defRPr sz="1000" kern="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headEnd type="none" w="med" len="med"/>
          <a:tailEnd type="none" w="med" len="med"/>
        </a:ln>
      </a:spPr>
      <a:bodyPr numCol="1"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numCol="1" rtlCol="0">
        <a:spAutoFit/>
      </a:bodyPr>
      <a:lstStyle>
        <a:defPPr algn="l">
          <a:defRPr sz="1400" kern="0" dirty="0" smtClean="0"/>
        </a:defPPr>
      </a:lstStyle>
    </a:txDef>
  </a:objectDefaults>
  <a:extraClrSchemeLst/>
  <a:custClrLst/>
  <a:extLst>
    <a:ext uri="{05A4C25C-085E-4340-85A3-A5531E510DB2}">
      <thm15:themeFamily xmlns:thm15="http://schemas.microsoft.com/office/thememl/2012/main" name="YouTube Template.potx" id="{78599F88-281C-49F3-85D0-E1461EE50E6A}" vid="{6CF95794-CF56-4202-9084-2222FB314BA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YouTube Template</Template>
  <TotalTime>6124</TotalTime>
  <Words>172</Words>
  <Application>Microsoft Macintosh PowerPoint</Application>
  <PresentationFormat>Widescreen</PresentationFormat>
  <Paragraphs>60</Paragraphs>
  <Slides>13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Cambria Math</vt:lpstr>
      <vt:lpstr>Helvetica</vt:lpstr>
      <vt:lpstr>Helvetica Neue</vt:lpstr>
      <vt:lpstr>Segoe UI Black</vt:lpstr>
      <vt:lpstr>Segoe UI Semibold</vt:lpstr>
      <vt:lpstr>Level up! PowerPoint</vt:lpstr>
      <vt:lpstr>think-cell Slide</vt:lpstr>
      <vt:lpstr>PowerPoint Presentation</vt:lpstr>
      <vt:lpstr>altEco – ECO FRIENDLY PRODUCT RECOMMENDATION SYSTEM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Sandach, Martyna</dc:creator>
  <cp:keywords/>
  <cp:lastModifiedBy>Nikunj Pokhare</cp:lastModifiedBy>
  <cp:revision>113</cp:revision>
  <dcterms:created xsi:type="dcterms:W3CDTF">2018-05-09T07:34:30Z</dcterms:created>
  <dcterms:modified xsi:type="dcterms:W3CDTF">2025-08-06T03:55:02Z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MSOLanguageID">
    <vt:lpwstr>msoLanguageIDEnglishUS</vt:lpwstr>
  </property>
  <property fmtid="{D5CDD505-2E9C-101B-9397-08002B2CF9AE}" pid="3" name="ArticulateGUID">
    <vt:lpwstr>BF279434-19CC-4F2C-940F-B1DCEF3AD2ED</vt:lpwstr>
  </property>
  <property fmtid="{D5CDD505-2E9C-101B-9397-08002B2CF9AE}" pid="4" name="ArticulatePath">
    <vt:lpwstr>Create carousel effect with Morph - Template</vt:lpwstr>
  </property>
</Properties>
</file>